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309c5cb52944c4" /><Relationship Type="http://schemas.openxmlformats.org/officeDocument/2006/relationships/extended-properties" Target="/docProps/app.xml" Id="Rfa58f9befe864ba5" /><Relationship Type="http://schemas.openxmlformats.org/officeDocument/2006/relationships/officeDocument" Target="/ppt/presentation.xml" Id="R8a2d70d601fb48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be00f32e3e4cd1"/>
  </p:sldMasterIdLst>
  <p:notesMasterIdLst>
    <p:notesMasterId xmlns:r="http://schemas.openxmlformats.org/officeDocument/2006/relationships" r:id="R7b29dd38bada4ee5"/>
  </p:notesMasterIdLst>
  <p:sldIdLst>
    <p:sldId xmlns:r="http://schemas.openxmlformats.org/officeDocument/2006/relationships" id="256" r:id="R7c56dbd203584026"/>
    <p:sldId xmlns:r="http://schemas.openxmlformats.org/officeDocument/2006/relationships" id="257" r:id="Rbbf17c7a0bef4472"/>
    <p:sldId xmlns:r="http://schemas.openxmlformats.org/officeDocument/2006/relationships" id="258" r:id="Re0d51a89edf04ee3"/>
    <p:sldId xmlns:r="http://schemas.openxmlformats.org/officeDocument/2006/relationships" id="259" r:id="R768a52c6276b4b0c"/>
    <p:sldId xmlns:r="http://schemas.openxmlformats.org/officeDocument/2006/relationships" id="260" r:id="Rf098b256a505483a"/>
    <p:sldId xmlns:r="http://schemas.openxmlformats.org/officeDocument/2006/relationships" id="261" r:id="R5c399b8cfc8748e3"/>
    <p:sldId xmlns:r="http://schemas.openxmlformats.org/officeDocument/2006/relationships" id="262" r:id="R61c333d6cb75485f"/>
    <p:sldId xmlns:r="http://schemas.openxmlformats.org/officeDocument/2006/relationships" id="263" r:id="Reb7fb68653fc49a8"/>
    <p:sldId xmlns:r="http://schemas.openxmlformats.org/officeDocument/2006/relationships" id="264" r:id="R3e9a86b0932048a4"/>
    <p:sldId xmlns:r="http://schemas.openxmlformats.org/officeDocument/2006/relationships" id="265" r:id="R6fafbb1ce1394f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6baa1e196547e4" /><Relationship Type="http://schemas.openxmlformats.org/officeDocument/2006/relationships/slideMaster" Target="/ppt/slideMasters/slideMaster1.xml" Id="Reebe00f32e3e4cd1" /><Relationship Type="http://schemas.openxmlformats.org/officeDocument/2006/relationships/notesMaster" Target="/ppt/notesMasters/notesMaster1.xml" Id="R7b29dd38bada4ee5" /><Relationship Type="http://schemas.openxmlformats.org/officeDocument/2006/relationships/presProps" Target="/ppt/presProps.xml" Id="R34a6fbd42be44f02" /><Relationship Type="http://schemas.openxmlformats.org/officeDocument/2006/relationships/tableStyles" Target="/ppt/tableStyles.xml" Id="Rc06665d1c38840c8" /><Relationship Type="http://schemas.openxmlformats.org/officeDocument/2006/relationships/slide" Target="/ppt/slides/slide1.xml" Id="R7c56dbd203584026" /><Relationship Type="http://schemas.openxmlformats.org/officeDocument/2006/relationships/slide" Target="/ppt/slides/slide2.xml" Id="Rbbf17c7a0bef4472" /><Relationship Type="http://schemas.openxmlformats.org/officeDocument/2006/relationships/slide" Target="/ppt/slides/slide3.xml" Id="Re0d51a89edf04ee3" /><Relationship Type="http://schemas.openxmlformats.org/officeDocument/2006/relationships/slide" Target="/ppt/slides/slide4.xml" Id="R768a52c6276b4b0c" /><Relationship Type="http://schemas.openxmlformats.org/officeDocument/2006/relationships/slide" Target="/ppt/slides/slide5.xml" Id="Rf098b256a505483a" /><Relationship Type="http://schemas.openxmlformats.org/officeDocument/2006/relationships/slide" Target="/ppt/slides/slide6.xml" Id="R5c399b8cfc8748e3" /><Relationship Type="http://schemas.openxmlformats.org/officeDocument/2006/relationships/slide" Target="/ppt/slides/slide7.xml" Id="R61c333d6cb75485f" /><Relationship Type="http://schemas.openxmlformats.org/officeDocument/2006/relationships/slide" Target="/ppt/slides/slide8.xml" Id="Reb7fb68653fc49a8" /><Relationship Type="http://schemas.openxmlformats.org/officeDocument/2006/relationships/slide" Target="/ppt/slides/slide9.xml" Id="R3e9a86b0932048a4" /><Relationship Type="http://schemas.openxmlformats.org/officeDocument/2006/relationships/slide" Target="/ppt/slides/slide10.xml" Id="R6fafbb1ce1394f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64419eb5f042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f1bf5afe414994" /><Relationship Type="http://schemas.openxmlformats.org/officeDocument/2006/relationships/notesMaster" Target="/ppt/notesMasters/notesMaster1.xml" Id="R714f3e7dcdf04d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087f07dc7c42f5" /><Relationship Type="http://schemas.openxmlformats.org/officeDocument/2006/relationships/notesMaster" Target="/ppt/notesMasters/notesMaster1.xml" Id="Reff1d9ccc47140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449bdba822431d" /><Relationship Type="http://schemas.openxmlformats.org/officeDocument/2006/relationships/notesMaster" Target="/ppt/notesMasters/notesMaster1.xml" Id="Rd67cdbdd0f7947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c52b35ec774523" /><Relationship Type="http://schemas.openxmlformats.org/officeDocument/2006/relationships/notesMaster" Target="/ppt/notesMasters/notesMaster1.xml" Id="R635144aa229b40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ba8888593f4e2c" /><Relationship Type="http://schemas.openxmlformats.org/officeDocument/2006/relationships/notesMaster" Target="/ppt/notesMasters/notesMaster1.xml" Id="Rfea69388ab064b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54e13d95a54b5f" /><Relationship Type="http://schemas.openxmlformats.org/officeDocument/2006/relationships/notesMaster" Target="/ppt/notesMasters/notesMaster1.xml" Id="R19d552516a3c4f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3958b7748f451f" /><Relationship Type="http://schemas.openxmlformats.org/officeDocument/2006/relationships/notesMaster" Target="/ppt/notesMasters/notesMaster1.xml" Id="Re51f297e742945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4e361a00a64cc2" /><Relationship Type="http://schemas.openxmlformats.org/officeDocument/2006/relationships/notesMaster" Target="/ppt/notesMasters/notesMaster1.xml" Id="R9956d572fc6c41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59303e71484ad8" /><Relationship Type="http://schemas.openxmlformats.org/officeDocument/2006/relationships/notesMaster" Target="/ppt/notesMasters/notesMaster1.xml" Id="R63b724828d514e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a17c1c3fbc4a45" /><Relationship Type="http://schemas.openxmlformats.org/officeDocument/2006/relationships/notesMaster" Target="/ppt/notesMasters/notesMaster1.xml" Id="R8fb41047598340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c26788742646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af1e770fd94ee8" /><Relationship Type="http://schemas.openxmlformats.org/officeDocument/2006/relationships/slideLayout" Target="/ppt/slideLayouts/slideLayout1.xml" Id="Ra5d0b5a6748a44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d0b5a6748a44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08121a8644f48" /><Relationship Type="http://schemas.openxmlformats.org/officeDocument/2006/relationships/notesSlide" Target="/ppt/notesSlides/notesSlide1.xml" Id="R8e58eeedec604a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08cbe899949db" /><Relationship Type="http://schemas.openxmlformats.org/officeDocument/2006/relationships/notesSlide" Target="/ppt/notesSlides/notesSlide2.xml" Id="R74fd90f9249047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a429e82a64777" /><Relationship Type="http://schemas.openxmlformats.org/officeDocument/2006/relationships/notesSlide" Target="/ppt/notesSlides/notesSlide3.xml" Id="R4ff2c16db5ca4f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2a7fb6a594494" /><Relationship Type="http://schemas.openxmlformats.org/officeDocument/2006/relationships/notesSlide" Target="/ppt/notesSlides/notesSlide4.xml" Id="R8c42db5661f44a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feae356a24b26" /><Relationship Type="http://schemas.openxmlformats.org/officeDocument/2006/relationships/notesSlide" Target="/ppt/notesSlides/notesSlide5.xml" Id="Rbea6e886980343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2fdf8135d4e4f" /><Relationship Type="http://schemas.openxmlformats.org/officeDocument/2006/relationships/notesSlide" Target="/ppt/notesSlides/notesSlide6.xml" Id="Rc195004d15b947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34786cb0a48f6" /><Relationship Type="http://schemas.openxmlformats.org/officeDocument/2006/relationships/notesSlide" Target="/ppt/notesSlides/notesSlide7.xml" Id="Rb89e71a2490947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7ef113eb84041" /><Relationship Type="http://schemas.openxmlformats.org/officeDocument/2006/relationships/chart" Target="/ppt/slides/charts/chart1.xml" Id="R067c7780f7764195" /><Relationship Type="http://schemas.openxmlformats.org/officeDocument/2006/relationships/notesSlide" Target="/ppt/notesSlides/notesSlide8.xml" Id="Rc04543c1e56b42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5a1f71a734811" /><Relationship Type="http://schemas.openxmlformats.org/officeDocument/2006/relationships/notesSlide" Target="/ppt/notesSlides/notesSlide9.xml" Id="Rb0d62a8e062042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1f2e80136496f" /><Relationship Type="http://schemas.openxmlformats.org/officeDocument/2006/relationships/notesSlide" Target="/ppt/notesSlides/notesSlide10.xml" Id="R05d62b0461954a7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NMS 전 후보</c:v>
          </c:tx>
          <c:spPr>
            <a:solidFill xmlns:a="http://schemas.openxmlformats.org/drawingml/2006/main">
              <a:srgbClr val="111111"/>
            </a:solidFill>
          </c:spPr>
          <c:dLbls/>
          <c:cat>
            <c:strLit>
              <c:ptCount val="3"/>
              <c:pt idx="0">
                <c:v>TOP return1</c:v>
              </c:pt>
              <c:pt idx="1">
                <c:v>All lidars</c:v>
              </c:pt>
              <c:pt idx="2">
                <c:v>KITTI sample</c:v>
              </c:pt>
            </c:strLit>
          </c:cat>
          <c:val>
            <c:numLit>
              <c:formatCode>General</c:formatCode>
              <c:ptCount val="3"/>
              <c:pt idx="0">
                <c:v>198</c:v>
              </c:pt>
              <c:pt idx="1">
                <c:v>154</c:v>
              </c:pt>
              <c:pt idx="2">
                <c:v>1380</c:v>
              </c:pt>
            </c:numLit>
          </c:val>
        </c:ser>
        <c:ser>
          <c:idx val="1"/>
          <c:order val="1"/>
          <c:tx>
            <c:v>최종 detections</c:v>
          </c:tx>
          <c:spPr>
            <a:solidFill xmlns:a="http://schemas.openxmlformats.org/drawingml/2006/main">
              <a:srgbClr val="FF6B35"/>
            </a:solidFill>
          </c:spPr>
          <c:dLbls/>
          <c:cat>
            <c:strLit>
              <c:ptCount val="3"/>
              <c:pt idx="0">
                <c:v>TOP return1</c:v>
              </c:pt>
              <c:pt idx="1">
                <c:v>All lidars</c:v>
              </c:pt>
              <c:pt idx="2">
                <c:v>KITTI sample</c:v>
              </c:pt>
            </c:strLit>
          </c:cat>
          <c:val>
            <c:numLit>
              <c:formatCode>General</c:formatCode>
              <c:ptCount val="3"/>
              <c:pt idx="0">
                <c:v>111</c:v>
              </c:pt>
              <c:pt idx="1">
                <c:v>94</c:v>
              </c:pt>
              <c:pt idx="2">
                <c:v>500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40390-0498-40E2-9349-74F0A07B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CenterPoint C++/CUDA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7EE56-BA6B-412B-8735-6C669BBA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</a:defRPr>
            </a:pPr>
            <a:r>
              <a:rPr sz="4950" b="1">
                <a:solidFill>
                  <a:srgbClr val="111111"/>
                </a:solidFill>
              </a:rPr>
              <a:t>구현 진행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E7E3D-51A1-4C1E-B029-5DC3BE00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Voxelization부터 Waymo frame detection까지 단계별로 직접 옮긴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D6C11-0A61-41BE-8995-1E5A0EBE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90600"/>
            <a:ext cx="304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BD678-46CC-4132-ADC7-A07FD20B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02 →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58AED-97AD-489F-B062-0091F8C2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PointPillars 기반</a:t>
            </a:r>
          </a:p>
          <a:p xmlns:a="http://schemas.openxmlformats.org/drawingml/2006/main">
            <a:pPr algn="ctr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CenterPoint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7038A-CF58-4878-881A-989D2969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2026-07-08</a:t>
            </a:r>
          </a:p>
        </p:txBody>
      </p:sp>
    </p:spTree>
    <p:extLst>
      <p:ext uri="{BB962C8B-B14F-4D97-AF65-F5344CB8AC3E}">
        <p14:creationId xmlns:p14="http://schemas.microsoft.com/office/powerpoint/2010/main" val="14427266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06AE02-D92D-41BC-8984-373DE8C5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20CFD-3C40-4D7E-8930-FBACE15B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원본 모델을 읽고, C++/CUDA 추론기로 분해했다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ED804-BBF4-4CB8-BE3B-98F039FD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학습보다 먼저 추론 계산을 블록 단위로 이해하고 검증하는 흐름이다.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12FF7-1C11-4EBA-BCFC-1DAB5F0D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CF3DA-45AB-4CAD-B504-8CC68F5B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1C050-39B0-4417-8741-DB66AD57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8+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6E7C4-D5D4-4693-A1E9-BA916DAE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구현 마일스톤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F68C5-B7F2-43FB-BA81-5B0DD02E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6C560-BF47-479D-BD74-F8C805CC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908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F51DD-F3FD-4092-8609-31DEB123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실제 Waymo frame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54BE8-F8F5-4F99-A325-D9CC1EDB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C0140-DF8B-4F28-A6BD-6FB3BA56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94 / 111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CE41D-D095-4FC6-9A80-6EB39C75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최종 detections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91B93-8A74-4B35-B3EF-F84E1FE2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FC781-8A30-418E-B85A-8A4DC046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468²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DA75E-6D80-4AF9-B430-12963B4F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핵심 출력 grid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1A986-1D17-4D66-BB70-E9B96EB1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9F570-6CA6-419D-AE5E-7156A6AF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원본과 같은 tensor 규칙을 유지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4DDBE-BC41-4833-8D21-15426252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48175"/>
            <a:ext cx="956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좌표 순서, feature dim, memory offset을 단계마다 확인했다.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89F72-8816-4998-9C2B-20CCC860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5070C-2950-4DC5-A7B6-BBE8CACF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Python 비교로 C++ 계산을 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A0A90-28B6-40B2-88CD-8459D659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38725"/>
            <a:ext cx="956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PFN, Scatter, RPN, Head, Decode에서 기준 결과와 수치 차이를 확인했다.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F5522-7A95-4685-A745-280B9B26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2D95D-FFA9-442D-9999-D392CA61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34000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Waymo 입력까지 연결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FF51A-AFF5-4BC7-B2E5-B5A9F12C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29275"/>
            <a:ext cx="956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derived sensor archive zip에서 5-feature point bin을 만들고 detection까지 실행했다.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884C8A-4086-44EA-8838-34AD74BB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CenterPoint C++/CUDA Study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3F5445-C4CB-47DE-9835-5FEF8193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59427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F32444-9003-4C88-9987-15D004A0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전체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970D6-41F7-4908-9F34-8919CBBE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LiDAR 점은 pillar와 BEV를 거쳐 3D box가 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91F21-D0C2-4D81-8F4C-825F23C2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각 단계는 중간 dump를 저장해서 독립적으로 읽고 검증할 수 있게 만들었다.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83AFB-736A-4046-8F3B-782A0957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93F6A-B315-42DC-83A4-B3B2308F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7626D-ED6F-42DD-A398-89D90D3E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Waymo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B1B84-F839-41A4-8DAA-03F22634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765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5555"/>
                </a:solidFill>
              </a:defRPr>
            </a:pPr>
            <a:r>
              <a:rPr sz="24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B4A37-648F-4E8A-B4E1-559964CA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860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2B987-0B8F-48A9-9468-1284335F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5750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Voxel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Pillars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FEBE2-05AC-44F7-97FC-638DD5F4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765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5555"/>
                </a:solidFill>
              </a:defRPr>
            </a:pPr>
            <a:r>
              <a:rPr sz="24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83025-2F87-4978-B2BA-17E525DB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ADBE6-8832-4A70-A513-6B9A28A4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5750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Feature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Decoration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469A7-4BFF-4BCC-924A-C0FAB11C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5555"/>
                </a:solidFill>
              </a:defRPr>
            </a:pPr>
            <a:r>
              <a:rPr sz="24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D47FD-A05F-423C-BD71-33F90072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860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8C5B1-80FC-4FFE-AC96-842F8ED0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PFN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224E7-F5C9-4A93-941F-5EFF3E44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5555"/>
                </a:solidFill>
              </a:defRPr>
            </a:pPr>
            <a:r>
              <a:rPr sz="24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1DF4D-D9B6-454B-AB11-0160D1F6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AEA90-797C-4A59-898E-19DC7EB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Scatter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BEV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CABEE-CFDD-4682-BCE5-1132575D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765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5555"/>
                </a:solidFill>
              </a:defRPr>
            </a:pPr>
            <a:r>
              <a:rPr sz="24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616B9-0B3A-455E-BAC5-6734F666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B97F9-1B97-4794-8C2C-BD63B4B5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RPN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CUDA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FE87D-924A-455D-A68C-98DB1D4D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5555"/>
                </a:solidFill>
              </a:defRPr>
            </a:pPr>
            <a:r>
              <a:rPr sz="24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101F68-5EA7-4C38-960A-FDBE176D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860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07F400-73F0-405C-B4A6-73FD7087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5750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Center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Head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BCFB4-0D80-47E8-B402-30F07EFA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8765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5555"/>
                </a:solidFill>
              </a:defRPr>
            </a:pPr>
            <a:r>
              <a:rPr sz="24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BC3B21-1CB0-47BA-ACC6-82E22FED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86050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2B8D74-B88B-446F-AB46-1934E1B5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5750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Decode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NMS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0A9F2-DC77-4BF7-BE1D-CCADCD68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중요한 모양 변화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76B1BD-D54F-48F1-8B09-E6AF6D8F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[N,5] points  →  [P,20,10] decorated  →  [P,64] PFN  →  [1,64,468,468] BEV  →  detections.csv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FC5BD9-A230-4C62-8C27-81F11849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CenterPoint C++/CUDA Study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3CE7C9-6E56-4571-9930-C976A6BA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77233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861F8F-5E0D-4980-BC51-36225ED8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입력과 Voxelization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53C79-A57C-4544-98D3-B8300AA9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Waymo 점은 5개 feature로 정리해서 pillar에 담았다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8D851-D861-4B1C-B579-6B077718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DBC1A-761D-4735-BBDB-781E5CBE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A6B5B-4692-4195-B47F-B4E509B1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Waymo archive schema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F89EB-A0B3-4C9D-9E49-5EC32E30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[x, y, z, intensity, elongation, nlz_flag]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05FA0-45C4-4843-BE73-D34858B7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C++ 입력에서는 nlz_flag를 제외하고 5채널 float32 bin으로 저장한다.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902D5-DDD2-4FD6-9D6C-419F6C58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953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CAF01-0A1F-4D5A-9E97-CF0BE9E3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28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Voxelization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FC1F0-F987-4251-9F3F-9FFC2125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TOP return1: 153,830 points → 7,933 pillars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1A55C-C445-418A-A975-32751503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All lidars: 183,680 points → 9,529 pillars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EE9A2-68DB-4BB5-A8AA-0EA6545F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pillar당 최대 20 point를 저장하고 좌표는 [batch,z,y,x] 규칙을 유지했다.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7A633-2A06-43EB-8E5E-3AEF4E01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CenterPoint C++/CUDA Study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835F0-DB8D-4B2D-9223-A7339DF3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182761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74D9BD-AB59-44D3-9902-B1C36EFE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Pillar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4F18F-FCC1-4711-A634-792AD6BD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PFN 전에는 점마다 10개 feature가 필요하다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C4D41-F395-4A34-BE2A-D616CD6E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D672E-86A5-4EDD-8020-D6C3D71C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561FD-6E23-453E-B163-CA18B8AE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원본 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D427D-A024-4D37-B729-38FCB757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38425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x, y, z, intensity, elongation 그대로 유지한다.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598D2-A435-444C-8CAC-81D51EBC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FD2FC-CC2C-46A6-B26F-6ED45F2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Cluster offset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44D8D-3A87-45F3-8762-4343899D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33775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pillar 내부 평균점에서 각 point가 얼마나 떨어졌는지 붙인다.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DE7D1-9762-4A6A-B609-F5622CC6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08BC1-E315-4D8B-8E6F-BAE7D78B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Pillar center offset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B60A6-BC7F-4794-A8A6-CB3A85D5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29125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grid cell 중심에서 point가 얼마나 떨어졌는지 붙인다.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FB4E0-534B-424C-A50B-B5D4D51D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4191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15F5D-C56F-4A02-AEEB-9DBF85B0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5 → 10 → 64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1980A-7941-4F51-AFC4-F16440C9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95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feature decoration 후</a:t>
            </a:r>
          </a:p>
          <a:p xmlns:a="http://schemas.openxmlformats.org/drawingml/2006/main">
            <a:pPr algn="ctr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checkpoint PFN two-layer를 통과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8A1F1-C070-42CB-90A0-EC9D8842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CenterPoint C++/CUDA Study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445EE-9CBD-4E5F-9769-4D98D35E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233042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4609BB-A2ED-4081-AAE2-C00AF1C3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CUDA inference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C98A8-E534-41E7-8546-3563DC69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무거운 convolution 계층은 CUDA와 cuBLAS로 옮겼다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947C2-D29E-4AB3-AE3B-790B9BE3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4EE0F-ACA8-42E8-BD01-9F7D6F91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단계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B3C6B-903F-44C1-B3D6-865779AE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BC817-669E-402F-8300-991E182F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81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출력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943D5-565B-4102-8CCB-A7DAE9B8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이번 측정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AC741-9991-4945-85ED-3EF7A18A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962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8324B-99B8-4A81-9558-84F2AE08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06 RPN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3C679-7317-4A2D-A733-617C826C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[1,64,468,468]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CDDDD-C1A5-4B61-B849-8FD82501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765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[1,384,468,468]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11CD8-E272-486E-B731-1D813A28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약 140~163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28F9D-10F9-4B8E-9677-67C8975E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962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12BFA-CF9E-4569-AD83-D4DE7151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07 CenterHead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4CDFD-23F7-4836-BF64-C24812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957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[1,384,468,468]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81AAF-A67C-472C-8814-66F4F39A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957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reg/height/dim/rot/hm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1BEC0-684E-4EEA-8340-299EDADE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95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약 177~183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9E515-5C5B-411F-8631-51BCDAAA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962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C0A69-E73E-4F49-AD0A-6AE853AF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08 Decode/NMS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04C96-31AD-4D47-8BD2-88BB6B1B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148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head maps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1CA5D-2D0E-4642-BEB8-934D7F03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148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detections.csv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01B31-9491-448C-A359-28763B80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148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약 1~2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A2A04-E905-40E1-97AF-1937ABE6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현재는 정확성 확인을 위해 단계마다 binary dump를 저장한다. 최종 최적화에서는 GPU memory에서 직접 이어붙이는 것이 목표다.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B1A94-5EF3-469B-8030-44760446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CenterPoint C++/CUDA Study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20B7E-DEAF-4DB6-AB9B-EA82EC46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547996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B0C156-2FB6-4217-9012-CD81909D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Weight와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7ADFC-8969-42CD-9D34-0F01FC0C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필요한 weight는 하나의 Waymo PointPillars checkpoint에서 나온다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AA943-8C5E-4741-B8DA-24C51650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41483-6888-427B-BB9C-6C0BDF1B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48D7D-FA8D-4309-9FF6-70CACC41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832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checkpoint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780A8-34D4-4DFD-B943-8F37E5F1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0325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centerpoint_waymo_pointpillars_50_novelocity.pth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855A4-5E9F-440B-BC99-A84CC273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1053C-442B-42D4-A4DA-791F568A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832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PFN weights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A1CB0-CEB6-42D6-8AD5-0673ACC9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05175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reader.pfn_layers.* tensor를 추출해 two-layer PFN에 사용했다.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233C7-62B0-4A89-85DC-105F6715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91C96-593E-4323-BBF0-2F11D86D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832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RPN/Head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BC9BF-3886-4E48-B5F8-AAC61A63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0025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neck.*와 bbox_head.*를 각각 binary weight folder로 변환했다.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7DCD3-9575-40BB-B8B6-2353452A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84B27-709A-4357-8613-1D4DD3EE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832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검증 방식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DBE2C-ECC1-4BBD-AC27-EEB0E718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Python/NumPy 기준 결과와 shape, hash, selected scalar 값을 비교했다.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42225-98BE-43EE-B0CD-7504D9A0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9080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F861A-8688-4BCB-BA97-D88CF180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90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max diff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2E432-B8B8-4BE0-B2AF-A6F2ABE8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290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e-6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4AB187-3851-40CD-8160-D4DBB29D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10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수치 오차 범위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3D6D8-B23B-4F76-A1FA-4E878B6C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CenterPoint C++/CUDA Study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2B292E-052D-4E21-A628-E456FA98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06060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46E42-2761-4A16-8A13-82567931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Waymo frame 실행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10339-2B30-4B34-AB6F-372D1ED8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실제 Waymo 입력은 KITTI 검증보다 훨씬 안정적인 후보 수를 만들었다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79787-8CA3-48E3-B351-DFC11309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7c7780f776419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2F73E-55F1-41F8-BF5F-AE03E7A7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955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62BB2-B36F-4587-A9AB-6F9B7C13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4815A-6511-4AAE-BB9E-8DE3DFAB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385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Waymo TOP return1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B37E6-E82F-40FC-96BA-47E53F3C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955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5B372-303C-49D2-AEDA-BACAD983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860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6D9F8-FAF7-4D99-AD60-3F698BB9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385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Waymo all lidars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3D905-73D8-4B5D-A9E4-163F5428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052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294FB-F7E6-44B3-B64B-58DC9588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957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500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AB318-C58B-403F-A77C-E44B4C11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482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KITTI 샘플은 cap에 도달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B66BF-8588-4DD9-ACBA-ED62E435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958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TOP-only와 all-lidar의 최고 score box는 거의 같은 위치에 있다. 이는 입력 bridge와 02~08 연결이 같은 좌표 규칙으로 동작한다는 좋은 신호다.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12DBE-E42C-40EF-9543-37FC34DD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CenterPoint C++/CUDA Study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62349-1812-4E9F-BB8D-8E14DAED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60933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D4580D-3F7D-432A-8903-59B6FDE5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3BA56-B67D-4D4F-90D1-EA5D4746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KITTI 결과는 코드 검증이고, Waymo 결과가 모델 입력에 더 가깝다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CD1BA-EAD4-4F8F-A913-6C41C45C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23D8B-AF27-4895-883D-6BEE343E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161A7-5647-42CB-ABA8-6D6DFDE1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KITTI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CC0F5-89F5-4AB9-A31C-A7BB60F2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Waymo weight에 KITTI point를 넣은 실험이라 모델 품질 판단용은 아니다. 후보가 많고 post-NMS cap 500에 닿았다.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DCF59-FBEF-4FF6-A6D7-EDCFED1D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006F6-48FC-401B-9721-2E108132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05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Waymo 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521A2-9D1D-49ED-AFCF-9C4CBCCC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7660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153,830 points에서 111개 detection. 최고 score는 0.8318이고 vehicle box가 가장 강하게 나왔다.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D7844-68CE-48FD-8196-40E7AD4C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3238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2EDFC-E8D8-453E-A4A8-6C078C69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Waymo all lidars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4598B-B09E-4464-A0AC-1114B811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183,680 points에서 94개 detection. 최고 score는 0.8441이고 class 분포는 vehicle 51, pedestrian 38, cyclist 5다.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BF483-073B-4E23-8AF6-5E0B63CD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CenterPoint C++/CUDA Study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D65DB-B73F-4B0B-84BF-F941D087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25150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1D33A-0C36-433C-9141-FAC3BE35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다음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7E535-6EAA-4C4A-B842-837EA1EF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이제 숫자 검증에서 시각 검증으로 넘어가면 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C66E8-C2FC-4ED7-B682-78DD6ACD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ED60C-600B-46F5-9ADA-2985E26C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CA4E0-C7C6-4B6D-9699-5C8FF8A5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1. Waymo 시각화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9C24C-A70C-49ED-88FC-E8BD54E7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43175"/>
            <a:ext cx="908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point cloud, detections.csv, laser_labels.json을 같은 화면에 그려 좌표계와 yaw를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A5A54-484F-4EAF-90CE-20373387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07849-DD64-4B3E-830D-979D8C99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2. Full runner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FE5AC-C4DE-417B-A3B4-0EB77FDB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67075"/>
            <a:ext cx="908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09에서 02~08을 한 번에 실행하는 runner/script를 만들고 재현 명령을 줄인다.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D90FE-B159-4B12-B06E-D578D7A3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19EB0-9261-426A-8B67-A3449DE0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3. 성능 최적화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964B5-B8FB-4F36-AF40-972BC996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90975"/>
            <a:ext cx="908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PFN/Scatter CUDA 이전, 중간 dump 제거, RPN→Head→Decode device pointer 연결을 검토한다.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A6A58-D85B-4301-8A56-A8D67264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4C0CB-F6BA-4A21-BEAA-463A692A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4. 평가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40F87-6C06-41B3-B10F-57A95E8C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14875"/>
            <a:ext cx="908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Waymo annotation과 class mapping을 정리한 뒤 frame 단위 metric으로 넘어간다.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4BFDF-C657-4DD8-8548-2D5D48B0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912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현재 가장 좋은 다음 질문: 예측 box가 실제 Waymo label과 같은 위치와 방향을 가리키는가?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58644-94B9-410A-94B2-EF4C9F45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CenterPoint C++/CUDA Study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C7B93-98D0-4E8F-AC2A-8B376E3B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68922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2026-07-08T14:29:40.2390000Z</dcterms:created>
  <dcterms:modified xsi:type="dcterms:W3CDTF">2026-07-08T14:29:40.2390000Z</dcterms:modified>
</coreProperties>
</file>